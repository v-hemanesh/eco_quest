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2" r:id="rId4"/>
    <p:sldId id="267" r:id="rId5"/>
    <p:sldId id="268" r:id="rId6"/>
    <p:sldId id="269" r:id="rId7"/>
    <p:sldId id="272" r:id="rId8"/>
    <p:sldId id="261" r:id="rId9"/>
    <p:sldId id="270" r:id="rId10"/>
    <p:sldId id="271" r:id="rId11"/>
    <p:sldId id="277" r:id="rId12"/>
    <p:sldId id="278" r:id="rId13"/>
    <p:sldId id="273" r:id="rId14"/>
    <p:sldId id="274" r:id="rId15"/>
    <p:sldId id="279" r:id="rId16"/>
    <p:sldId id="275" r:id="rId17"/>
    <p:sldId id="276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0E93C-1A7B-40B1-94C3-27A6A3823D7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ED4FD-44AF-4737-AA0D-68A77C9C909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3" y="1693170"/>
            <a:ext cx="10645189" cy="2165646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cs typeface="Times New Roman" panose="02020603050405020304"/>
              </a:rPr>
              <a:t>Department of Computer Science and Engineering 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cs typeface="Times New Roman" panose="02020603050405020304"/>
              </a:rPr>
              <a:t>Academic Year (2025-26)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24CSE48 - Mini Project - I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cs typeface="Times New Roman" panose="02020603050405020304"/>
              </a:rPr>
              <a:t>Review 2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586740" y="4429125"/>
            <a:ext cx="5139055" cy="23844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Team Members</a:t>
            </a:r>
            <a:endParaRPr lang="en-US" sz="2400" b="1">
              <a:solidFill>
                <a:srgbClr val="C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150000"/>
              </a:lnSpc>
              <a:buFont typeface="Arial" panose="020B0604020202020204"/>
              <a:buNone/>
            </a:pPr>
            <a:r>
              <a:rPr lang="en-US" sz="2100" b="1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1NH24CS228 - V Hemanesh - ‘4D’</a:t>
            </a:r>
            <a:endParaRPr lang="en-US" sz="2100" b="1">
              <a:solidFill>
                <a:srgbClr val="00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/>
              <a:buNone/>
            </a:pPr>
            <a:r>
              <a:rPr lang="en-US" sz="2100" b="1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1NH24CS244 - V Yashwanth - ‘4D’</a:t>
            </a:r>
            <a:endParaRPr lang="en-US" sz="2100" b="1">
              <a:solidFill>
                <a:srgbClr val="00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b="1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647284" y="4382319"/>
            <a:ext cx="5161899" cy="2166695"/>
          </a:xfrm>
        </p:spPr>
        <p:txBody>
          <a:bodyPr vert="horz" lIns="91440" tIns="45720" rIns="91440" bIns="45720" rtlCol="0" anchor="t">
            <a:normAutofit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Reviewer</a:t>
            </a:r>
            <a:endParaRPr 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900" b="1" dirty="0">
                <a:highlight>
                  <a:srgbClr val="FFFF00"/>
                </a:highlight>
                <a:latin typeface="Times New Roman" panose="02020603050405020304"/>
                <a:cs typeface="Times New Roman" panose="02020603050405020304"/>
              </a:rPr>
              <a:t>Mr . Vinayaka M </a:t>
            </a:r>
            <a:endParaRPr lang="en-US" sz="1900" b="1" dirty="0">
              <a:highlight>
                <a:srgbClr val="FFFF00"/>
              </a:highlight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>
                <a:highlight>
                  <a:srgbClr val="FFFF00"/>
                </a:highlight>
                <a:latin typeface="Times New Roman" panose="02020603050405020304"/>
                <a:cs typeface="Times New Roman" panose="02020603050405020304"/>
              </a:rPr>
              <a:t>Designation:-Assistant Professor</a:t>
            </a:r>
            <a:endParaRPr lang="en-US" sz="2000" b="1">
              <a:highlight>
                <a:srgbClr val="FFFF00"/>
              </a:highlight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>
                <a:highlight>
                  <a:srgbClr val="FFFF00"/>
                </a:highlight>
                <a:latin typeface="Times New Roman" panose="02020603050405020304"/>
                <a:cs typeface="Times New Roman" panose="02020603050405020304"/>
              </a:rPr>
              <a:t>Dept. of CSE, NHCE</a:t>
            </a:r>
            <a:endParaRPr lang="en-US" sz="2000" b="1" dirty="0">
              <a:highlight>
                <a:srgbClr val="FFFF00"/>
              </a:highlight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1"/>
          <a:srcRect r="24268"/>
          <a:stretch>
            <a:fillRect/>
          </a:stretch>
        </p:blipFill>
        <p:spPr>
          <a:xfrm>
            <a:off x="585649" y="-1385"/>
            <a:ext cx="10294375" cy="13182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98937"/>
            <a:ext cx="9144000" cy="839787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149" y="1056290"/>
            <a:ext cx="10963275" cy="5392135"/>
          </a:xfrm>
        </p:spPr>
        <p:txBody>
          <a:bodyPr>
            <a:normAutofit/>
          </a:bodyPr>
          <a:lstStyle/>
          <a:p>
            <a:pPr marL="879475" indent="-342900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29920" algn="l"/>
              </a:tabLst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9475" indent="-342900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29920" algn="l"/>
              </a:tabLst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9475" indent="-342900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29920" algn="l"/>
              </a:tabLst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Specification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9475" indent="-342900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29920" algn="l"/>
              </a:tabLst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work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9475" indent="-342900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29920" algn="l"/>
              </a:tabLst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9475" indent="-342900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29920" algn="l"/>
              </a:tabLst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9475" indent="-342900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29920" algn="l"/>
              </a:tabLst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9475" indent="-342900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29920" algn="l"/>
              </a:tabLst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Results/outputs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9475" indent="-342900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29920" algn="l"/>
              </a:tabLst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9475" indent="-342900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29920" algn="l"/>
              </a:tabLst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&amp; Conclusion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9475" indent="-342900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29920" algn="l"/>
              </a:tabLst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377825" algn="l" eaLnBrk="1" fontAlgn="auto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29920" algn="l"/>
              </a:tabLst>
              <a:defRPr/>
            </a:pP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377825" algn="l" eaLnBrk="1" fontAlgn="auto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29920" algn="l"/>
              </a:tabLst>
              <a:defRPr/>
            </a:pP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377825" algn="l" eaLnBrk="1" fontAlgn="auto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29920" algn="l"/>
              </a:tabLst>
              <a:defRPr/>
            </a:pP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 algn="l">
              <a:buFont typeface="Arial" panose="020B0604020202020204" pitchFamily="34" charset="0"/>
              <a:buChar char="•"/>
            </a:pPr>
            <a:endParaRPr lang="en-IN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altLang="en-US" sz="4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5405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lvl="1" indent="0">
              <a:buNone/>
            </a:pPr>
            <a:endParaRPr lang="en-US" sz="2200" dirty="0">
              <a:latin typeface="Times New Roman" panose="02020603050405020304"/>
              <a:cs typeface="Times New Roman" panose="02020603050405020304"/>
            </a:endParaRPr>
          </a:p>
          <a:p>
            <a:pPr lvl="1"/>
            <a:endParaRPr lang="en-US" sz="2200" dirty="0">
              <a:latin typeface="Times New Roman" panose="02020603050405020304"/>
              <a:cs typeface="Times New Roman" panose="02020603050405020304"/>
            </a:endParaRPr>
          </a:p>
          <a:p>
            <a:pPr lvl="1"/>
            <a:endParaRPr lang="en-US" sz="22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altLang="en-US" sz="4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endParaRPr lang="en-US" sz="2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Specification</a:t>
            </a:r>
            <a:endParaRPr lang="en-US" altLang="en-US" sz="4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38200" y="1293269"/>
            <a:ext cx="10515600" cy="48836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pPr>
              <a:buNone/>
            </a:pPr>
            <a:r>
              <a:rPr lang="en-US">
                <a:latin typeface="Times New Roman" panose="02020603050405020304"/>
                <a:cs typeface="Times New Roman" panose="02020603050405020304"/>
              </a:rPr>
              <a:t>Software Requirements</a:t>
            </a:r>
            <a:endParaRPr lang="en-US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pPr indent="0">
              <a:buNone/>
            </a:pPr>
            <a:endParaRPr lang="en-US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pPr>
              <a:buNone/>
            </a:pPr>
            <a:endParaRPr lang="en-US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pPr>
              <a:buNone/>
            </a:pPr>
            <a:r>
              <a:rPr lang="en-US">
                <a:latin typeface="Times New Roman" panose="02020603050405020304"/>
                <a:cs typeface="Times New Roman" panose="02020603050405020304"/>
              </a:rPr>
              <a:t>Hardware Requirements</a:t>
            </a:r>
            <a:endParaRPr lang="en-US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pPr indent="0">
              <a:buNone/>
            </a:pPr>
            <a:endParaRPr lang="en-US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pPr>
              <a:buNone/>
            </a:pPr>
            <a:endParaRPr lang="en-US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pPr>
              <a:buNone/>
            </a:pPr>
            <a:endParaRPr lang="en-US" sz="24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work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indent="0">
              <a:buNone/>
            </a:pPr>
            <a:endParaRPr lang="en-US" sz="22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pPr>
              <a:buNone/>
            </a:pPr>
            <a:endParaRPr lang="en-US" sz="22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pPr>
              <a:buNone/>
            </a:pPr>
            <a:endParaRPr lang="en-US" sz="22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 altLang="en-US" sz="4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577880" y="1389976"/>
            <a:ext cx="10755681" cy="5102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/>
              <a:buChar char="•"/>
            </a:pPr>
            <a:endParaRPr lang="en-US" sz="2200" dirty="0">
              <a:latin typeface="Times New Roman" panose="02020603050405020304"/>
              <a:ea typeface="+mn-lt"/>
              <a:cs typeface="Times New Roman" panose="02020603050405020304"/>
            </a:endParaRPr>
          </a:p>
          <a:p>
            <a:pPr lvl="1">
              <a:buNone/>
            </a:pPr>
            <a:endParaRPr lang="en-US" sz="22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pPr>
              <a:buNone/>
            </a:pPr>
            <a:endParaRPr lang="en-US" sz="22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altLang="en-US" sz="4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endParaRPr lang="en-US" sz="22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94388" y="206505"/>
            <a:ext cx="10515600" cy="1325563"/>
          </a:xfrm>
        </p:spPr>
        <p:txBody>
          <a:bodyPr/>
          <a:lstStyle/>
          <a:p>
            <a:pPr marL="536575" algn="l" eaLnBrk="1" fontAlgn="auto" hangingPunct="1">
              <a:lnSpc>
                <a:spcPct val="150000"/>
              </a:lnSpc>
              <a:spcAft>
                <a:spcPts val="0"/>
              </a:spcAft>
              <a:tabLst>
                <a:tab pos="629920" algn="l"/>
              </a:tabLst>
              <a:defRPr/>
            </a:pPr>
            <a:r>
              <a:rPr lang="en-US" sz="4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4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/>
              <a:buChar char="•"/>
            </a:pPr>
            <a:endParaRPr lang="en-US" sz="24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spcBef>
                <a:spcPts val="1000"/>
              </a:spcBef>
            </a:pPr>
            <a:r>
              <a:rPr lang="en-US" sz="800" b="1" dirty="0">
                <a:solidFill>
                  <a:srgbClr val="C00000"/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 </a:t>
            </a:r>
            <a:r>
              <a:rPr lang="en-US" sz="3200" b="1">
                <a:solidFill>
                  <a:srgbClr val="C00000"/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Algorithms </a:t>
            </a:r>
            <a:endParaRPr lang="en-US" sz="3200" b="1">
              <a:solidFill>
                <a:srgbClr val="C00000"/>
              </a:solidFill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sz="24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solidFill>
                  <a:srgbClr val="C00000"/>
                </a:solidFill>
                <a:latin typeface="Times New Roman" panose="02020603050405020304"/>
                <a:ea typeface="Calibri Light" panose="020F0302020204030204"/>
                <a:cs typeface="Times New Roman" panose="02020603050405020304"/>
              </a:rPr>
              <a:t>FUNCTIONALITY</a:t>
            </a:r>
            <a:endParaRPr lang="en-US" sz="2800" b="1" dirty="0">
              <a:solidFill>
                <a:srgbClr val="C00000"/>
              </a:solidFill>
              <a:latin typeface="Times New Roman" panose="02020603050405020304"/>
              <a:ea typeface="Calibri Light" panose="020F0302020204030204"/>
              <a:cs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24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endParaRPr lang="en-US" sz="24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Results / Output</a:t>
            </a:r>
            <a:br>
              <a:rPr lang="en-US" b="1"/>
            </a:b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878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altLang="en-US" sz="24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en-US" sz="24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pPr>
              <a:buNone/>
            </a:pPr>
            <a:endParaRPr lang="en-US" sz="24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pPr>
              <a:buNone/>
            </a:pPr>
            <a:endParaRPr lang="en-US" sz="24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0" u="none" strike="noStrike" baseline="0">
                <a:solidFill>
                  <a:srgbClr val="C00000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TEST CASES</a:t>
            </a:r>
            <a:r>
              <a:rPr lang="en-US" sz="2400" b="0" i="0">
                <a:solidFill>
                  <a:srgbClr val="000000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​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&amp; Conclusion</a:t>
            </a:r>
            <a:br>
              <a:rPr lang="en-US" b="1"/>
            </a:b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altLang="en-US" sz="24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>
                <a:solidFill>
                  <a:srgbClr val="FF0000"/>
                </a:solidFill>
              </a:rPr>
            </a:br>
            <a:r>
              <a:rPr 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/>
            </a:b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24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  <a:p>
            <a:endParaRPr lang="en-US" sz="2400" dirty="0"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1381" y="2520324"/>
            <a:ext cx="95077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b="1">
                <a:solidFill>
                  <a:srgbClr val="002060"/>
                </a:solidFill>
                <a:latin typeface="Blackadder ITC" panose="04020505051007020D02" pitchFamily="82" charset="0"/>
                <a:cs typeface="Arabic Typesetting" panose="03020402040406030203" pitchFamily="66" charset="-78"/>
              </a:rPr>
              <a:t>Thank You</a:t>
            </a:r>
            <a:endParaRPr lang="en-IN" sz="9600" b="1">
              <a:solidFill>
                <a:srgbClr val="002060"/>
              </a:solidFill>
              <a:latin typeface="Blackadder ITC" panose="04020505051007020D02" pitchFamily="82" charset="0"/>
              <a:cs typeface="Arabic Typesetting" panose="03020402040406030203" pitchFamily="66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</Words>
  <Application>WPS Presentation</Application>
  <PresentationFormat>Widescreen</PresentationFormat>
  <Paragraphs>91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5" baseType="lpstr">
      <vt:lpstr>Arial</vt:lpstr>
      <vt:lpstr>SimSun</vt:lpstr>
      <vt:lpstr>Wingdings</vt:lpstr>
      <vt:lpstr>Times New Roman</vt:lpstr>
      <vt:lpstr>Times New Roman</vt:lpstr>
      <vt:lpstr>Arial</vt:lpstr>
      <vt:lpstr>Wingdings,Sans-Serif</vt:lpstr>
      <vt:lpstr>Calibri</vt:lpstr>
      <vt:lpstr>Arial,Sans-Serif</vt:lpstr>
      <vt:lpstr>Segoe Print</vt:lpstr>
      <vt:lpstr>Calibri Light</vt:lpstr>
      <vt:lpstr>Blackadder ITC</vt:lpstr>
      <vt:lpstr>Arabic Typesetting</vt:lpstr>
      <vt:lpstr>Mongolian Baiti</vt:lpstr>
      <vt:lpstr>Microsoft YaHei</vt:lpstr>
      <vt:lpstr>Arial Unicode MS</vt:lpstr>
      <vt:lpstr>Calibri</vt:lpstr>
      <vt:lpstr>Office Theme</vt:lpstr>
      <vt:lpstr> Department of Computer Science and Engineering  Academic Year (2025-26)  24CSE48 - Mini Project - I Review 2    </vt:lpstr>
      <vt:lpstr>Contents</vt:lpstr>
      <vt:lpstr>Objectives</vt:lpstr>
      <vt:lpstr>Abstract</vt:lpstr>
      <vt:lpstr>Requirement Specification</vt:lpstr>
      <vt:lpstr>Novelty of the work</vt:lpstr>
      <vt:lpstr>Design</vt:lpstr>
      <vt:lpstr>Methodology</vt:lpstr>
      <vt:lpstr>Implementation</vt:lpstr>
      <vt:lpstr> Algorithms </vt:lpstr>
      <vt:lpstr>FUNCTIONALITY</vt:lpstr>
      <vt:lpstr>Results / Output </vt:lpstr>
      <vt:lpstr>Testing &amp; Validation </vt:lpstr>
      <vt:lpstr>TEST CASES​</vt:lpstr>
      <vt:lpstr>Future Enhancements &amp; Conclusion </vt:lpstr>
      <vt:lpstr> References 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HELMET</dc:title>
  <dc:creator>Deepti Rai</dc:creator>
  <cp:lastModifiedBy>KAVINISHA</cp:lastModifiedBy>
  <cp:revision>221</cp:revision>
  <dcterms:created xsi:type="dcterms:W3CDTF">2020-10-20T04:21:00Z</dcterms:created>
  <dcterms:modified xsi:type="dcterms:W3CDTF">2026-05-12T17:48:20Z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1561757EA6F94051B84D6F53FC8C1075_12</vt:lpwstr>
  </property>
</Properties>
</file>